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matic SC"/>
      <p:regular r:id="rId16"/>
      <p:bold r:id="rId17"/>
    </p:embeddedFont>
    <p:embeddedFont>
      <p:font typeface="Source Code Pr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SourceCodePr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bold.fntdata"/><Relationship Id="rId6" Type="http://schemas.openxmlformats.org/officeDocument/2006/relationships/slide" Target="slides/slide1.xml"/><Relationship Id="rId18" Type="http://schemas.openxmlformats.org/officeDocument/2006/relationships/font" Target="fonts/SourceCode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5a0ccd6c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d5a0ccd6c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5a0ccd6c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5a0ccd6c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d5a0ccd6ce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d5a0ccd6c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5a0ccd6ce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5a0ccd6c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5a0ccd6ce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5a0ccd6c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5ce8167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5ce8167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655d11d1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655d11d1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5a0ccd6c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5a0ccd6c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5a0ccd6ce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5a0ccd6c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5a0ccd6ce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d5a0ccd6ce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drive/folders/1cG20WcC3qqcyWeQbLb_eE7kwm5MSc66g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linkedin.com/in/alexandremva/" TargetMode="External"/><Relationship Id="rId4" Type="http://schemas.openxmlformats.org/officeDocument/2006/relationships/hyperlink" Target="http://alemendesva.wixsite.com/re1ampag0amare10" TargetMode="External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Portfolio HUB</a:t>
            </a:r>
            <a:endParaRPr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34550" y="4043163"/>
            <a:ext cx="287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Alexandre Mendes Almeida</a:t>
            </a:r>
            <a:endParaRPr sz="15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8" name="Google Shape;58;p13" title="WhatsApp Image 2026-03-22 at 12.36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5" y="672300"/>
            <a:ext cx="3912900" cy="44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328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Sumário</a:t>
            </a:r>
            <a:endParaRPr b="1" sz="328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498650" y="2091550"/>
            <a:ext cx="614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Verdana"/>
              <a:buChar char="●"/>
            </a:pPr>
            <a:r>
              <a:rPr lang="pt-BR" sz="20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Sobre mim </a:t>
            </a:r>
            <a:endParaRPr sz="20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Verdana"/>
              <a:buChar char="●"/>
            </a:pPr>
            <a:r>
              <a:rPr lang="pt-BR" sz="20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Competências e Habilidades</a:t>
            </a:r>
            <a:endParaRPr sz="20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Verdana"/>
              <a:buChar char="●"/>
            </a:pPr>
            <a:r>
              <a:rPr lang="pt-BR" sz="20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Projetos</a:t>
            </a:r>
            <a:endParaRPr sz="20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Verdana"/>
              <a:buChar char="●"/>
            </a:pPr>
            <a:r>
              <a:rPr lang="pt-BR" sz="20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Carreira Profissional</a:t>
            </a:r>
            <a:endParaRPr sz="20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5" name="Google Shape;65;p14" title="WhatsApp Image 2026-03-22 at 12.36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5" y="672300"/>
            <a:ext cx="3912900" cy="44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28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Sobre mim</a:t>
            </a:r>
            <a:endParaRPr sz="328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901675" y="1325425"/>
            <a:ext cx="6146700" cy="3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Meu nome é Alexandre Mendes Almeida, sou de Porto Alegre-RS e tive minha formação inicial no Colégio Militar de Porto Alegre e Brasília. Apesar do sonho de ser piloto de caça da FAB, segui outro caminho, me formando em Publicidade e Propaganda. Alguns anos mais tarde tive uma migração de carreira, para área de telecomunicações, onde iniciei no Suporte Técnico. Hoje, com oito anos de experiência em Redes de Computadores e cursando Análise de Sistemas, Pós graduado em Gestão de TI e realizei trilhas de formação em guerra eletrônica no CCOMGEX (Comando de Comunicação e Guerra Eletrônica do Exército).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Meu objetivo profissional no momento é atuar em </a:t>
            </a: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Cybersecurity</a:t>
            </a: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 como Hacker Ético, com a meta de um dia trabalhar na Polícia Federal prestando serviços </a:t>
            </a: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nesta</a:t>
            </a: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 área ao meu país.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2" name="Google Shape;72;p15" title="WhatsApp Image 2026-03-22 at 12.36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5" y="672300"/>
            <a:ext cx="3912900" cy="44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58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Competências e Habilidades</a:t>
            </a:r>
            <a:endParaRPr sz="258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835950" y="1800150"/>
            <a:ext cx="2241000" cy="29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Soft Skills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Liderança de Equipes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Comunicação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Organização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Persistência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Resolução de Conflitos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572000" y="1800150"/>
            <a:ext cx="2241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Hard Skills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Kali Linux 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Wireshark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Xen Server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Firewalls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Switching and Routing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Verdana"/>
              <a:buChar char="●"/>
            </a:pP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Criatividade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0" name="Google Shape;80;p16" title="WhatsApp Image 2026-03-22 at 12.36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5" y="672300"/>
            <a:ext cx="3912900" cy="44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38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Rede ponta a ponta TJMT</a:t>
            </a:r>
            <a:endParaRPr sz="238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01575" y="1927100"/>
            <a:ext cx="5412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Gostaria de destacar dois desses projetos que me trouxeram grande satisfação. O primeiro foi a entrega de uma Licitação para o TJ-MT, onde lideramos a implementação de uma rede ponta a ponta entre o Fórum de Cuiabá e 32 comarcas pelo interior do estado. Projetamos um túnel GRE entre o roteador principal em Cuiabá e IPs públicos em roteadores das comarcas, com endereços /32 fornecidos por operadoras parceiras.</a:t>
            </a:r>
            <a:endParaRPr sz="15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925" y="408525"/>
            <a:ext cx="3258276" cy="253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WhatsApp Image 2026-03-22 at 12.36.4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96330" y="683000"/>
            <a:ext cx="3912900" cy="44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58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Projeto Almeida Tech</a:t>
            </a:r>
            <a:endParaRPr sz="258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-321100" y="1553125"/>
            <a:ext cx="49587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 O segundo foi meu primeiro projeto em minha empresa, realizando a análise de vulnerabilidades, mapeamento e documentação da rede da Retis, um provedor de internet em Brasília. Começamos Identificando e mapeando todos os hosts das redes locais, passamos para Os IP’s públicos da rede. Depois da rede mapeada e documentada e monitorada, realizamos os testes de vulnerabilidades tanto por fora quanto por dentro da rede, identificando falhas e ajudando a corrigir o ambiente da empresa.</a:t>
            </a:r>
            <a:endParaRPr sz="15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375" y="297875"/>
            <a:ext cx="4338676" cy="24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 title="WhatsApp Image 2026-03-22 at 12.36.4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ctrTitle"/>
          </p:nvPr>
        </p:nvSpPr>
        <p:spPr>
          <a:xfrm>
            <a:off x="96330" y="683000"/>
            <a:ext cx="3912900" cy="44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58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Migração de Firewall MDS</a:t>
            </a:r>
            <a:endParaRPr sz="258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3917550" y="508800"/>
            <a:ext cx="39129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8761D"/>
                </a:solidFill>
              </a:rPr>
              <a:t>A migração de segurança no </a:t>
            </a:r>
            <a:r>
              <a:rPr b="1" lang="pt-BR" sz="1100">
                <a:solidFill>
                  <a:srgbClr val="38761D"/>
                </a:solidFill>
              </a:rPr>
              <a:t>MDS</a:t>
            </a:r>
            <a:r>
              <a:rPr lang="pt-BR" sz="1100">
                <a:solidFill>
                  <a:srgbClr val="38761D"/>
                </a:solidFill>
              </a:rPr>
              <a:t> priorizou a integridade dos dados e a performance do novo ambiente. O processo compreendeu:</a:t>
            </a:r>
            <a:endParaRPr sz="1100">
              <a:solidFill>
                <a:srgbClr val="38761D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100"/>
              <a:buChar char="●"/>
            </a:pPr>
            <a:r>
              <a:rPr b="1" lang="pt-BR" sz="1100">
                <a:solidFill>
                  <a:srgbClr val="38761D"/>
                </a:solidFill>
              </a:rPr>
              <a:t>Documentação e Inventário:</a:t>
            </a:r>
            <a:r>
              <a:rPr lang="pt-BR" sz="1100">
                <a:solidFill>
                  <a:srgbClr val="38761D"/>
                </a:solidFill>
              </a:rPr>
              <a:t> Mapeamento completo de topologia, VLANs e políticas vigentes.</a:t>
            </a:r>
            <a:endParaRPr sz="1100">
              <a:solidFill>
                <a:srgbClr val="38761D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00"/>
              <a:buChar char="●"/>
            </a:pPr>
            <a:r>
              <a:rPr b="1" lang="pt-BR" sz="1100">
                <a:solidFill>
                  <a:srgbClr val="38761D"/>
                </a:solidFill>
              </a:rPr>
              <a:t>Configuração Manual:</a:t>
            </a:r>
            <a:r>
              <a:rPr lang="pt-BR" sz="1100">
                <a:solidFill>
                  <a:srgbClr val="38761D"/>
                </a:solidFill>
              </a:rPr>
              <a:t> Tradução individual de objetos e regras para evitar o transporte de erros herdados e garantir paridade entre arquiteturas.</a:t>
            </a:r>
            <a:endParaRPr sz="1100">
              <a:solidFill>
                <a:srgbClr val="38761D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00"/>
              <a:buChar char="●"/>
            </a:pPr>
            <a:r>
              <a:rPr b="1" lang="pt-BR" sz="1100">
                <a:solidFill>
                  <a:srgbClr val="38761D"/>
                </a:solidFill>
              </a:rPr>
              <a:t>Saneamento da </a:t>
            </a:r>
            <a:r>
              <a:rPr b="1" i="1" lang="pt-BR" sz="1100">
                <a:solidFill>
                  <a:srgbClr val="38761D"/>
                </a:solidFill>
              </a:rPr>
              <a:t>Rulebase</a:t>
            </a:r>
            <a:r>
              <a:rPr b="1" lang="pt-BR" sz="1100">
                <a:solidFill>
                  <a:srgbClr val="38761D"/>
                </a:solidFill>
              </a:rPr>
              <a:t>:</a:t>
            </a:r>
            <a:r>
              <a:rPr lang="pt-BR" sz="1100">
                <a:solidFill>
                  <a:srgbClr val="38761D"/>
                </a:solidFill>
              </a:rPr>
              <a:t> Exclusão de regras com </a:t>
            </a:r>
            <a:r>
              <a:rPr b="1" lang="pt-BR" sz="1100">
                <a:solidFill>
                  <a:srgbClr val="38761D"/>
                </a:solidFill>
              </a:rPr>
              <a:t>baixo </a:t>
            </a:r>
            <a:r>
              <a:rPr b="1" i="1" lang="pt-BR" sz="1100">
                <a:solidFill>
                  <a:srgbClr val="38761D"/>
                </a:solidFill>
              </a:rPr>
              <a:t>hitcount</a:t>
            </a:r>
            <a:r>
              <a:rPr lang="pt-BR" sz="1100">
                <a:solidFill>
                  <a:srgbClr val="38761D"/>
                </a:solidFill>
              </a:rPr>
              <a:t> (tráfego irrelevante) para reduzir a superfície de ataque.</a:t>
            </a:r>
            <a:endParaRPr sz="1100">
              <a:solidFill>
                <a:srgbClr val="38761D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00"/>
              <a:buChar char="●"/>
            </a:pPr>
            <a:r>
              <a:rPr b="1" lang="pt-BR" sz="1100">
                <a:solidFill>
                  <a:srgbClr val="38761D"/>
                </a:solidFill>
              </a:rPr>
              <a:t>Otimização de Objetos:</a:t>
            </a:r>
            <a:r>
              <a:rPr lang="pt-BR" sz="1100">
                <a:solidFill>
                  <a:srgbClr val="38761D"/>
                </a:solidFill>
              </a:rPr>
              <a:t> Agrupamento de </a:t>
            </a:r>
            <a:r>
              <a:rPr i="1" lang="pt-BR" sz="1100">
                <a:solidFill>
                  <a:srgbClr val="38761D"/>
                </a:solidFill>
              </a:rPr>
              <a:t>hosts</a:t>
            </a:r>
            <a:r>
              <a:rPr lang="pt-BR" sz="1100">
                <a:solidFill>
                  <a:srgbClr val="38761D"/>
                </a:solidFill>
              </a:rPr>
              <a:t> e remoção de configurações redundantes, eliminando parâmetros desnecessários.</a:t>
            </a:r>
            <a:endParaRPr sz="11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8761D"/>
                </a:solidFill>
              </a:rPr>
              <a:t>Esta estratégia resultou em uma operação contínua, com um ambiente mais limpo, documentado e de alto desempenho.</a:t>
            </a:r>
            <a:endParaRPr sz="1100">
              <a:solidFill>
                <a:srgbClr val="38761D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8761D"/>
              </a:solidFill>
            </a:endParaRPr>
          </a:p>
        </p:txBody>
      </p:sp>
      <p:pic>
        <p:nvPicPr>
          <p:cNvPr id="103" name="Google Shape;103;p19" title="WhatsApp Image 2026-03-22 at 12.36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250" y="2399950"/>
            <a:ext cx="3101299" cy="75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5" y="672300"/>
            <a:ext cx="3912900" cy="44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58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Carreira</a:t>
            </a:r>
            <a:endParaRPr sz="258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928150" y="1281925"/>
            <a:ext cx="61467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700"/>
              <a:buChar char="●"/>
            </a:pPr>
            <a:r>
              <a:rPr b="1"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Ipfibra Telecomunicações</a:t>
            </a: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(setembro de 2018 - agosto de 2019) 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●"/>
            </a:pPr>
            <a:r>
              <a:rPr b="1"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VEC Telecomunicações</a:t>
            </a: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( fevereiro de 2021 - agosto de 2021)</a:t>
            </a:r>
            <a:endParaRPr i="1"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●"/>
            </a:pPr>
            <a:r>
              <a:rPr b="1"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Rede EXS Telecomunicações</a:t>
            </a:r>
            <a:r>
              <a:rPr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(agosto de 2021 - dezembro de 2022)</a:t>
            </a:r>
            <a:endParaRPr i="1"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Char char="●"/>
            </a:pPr>
            <a:r>
              <a:rPr b="1"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VEC Telecomunicações </a:t>
            </a:r>
            <a:r>
              <a:rPr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(maio 2023 – abril 2024)</a:t>
            </a:r>
            <a:endParaRPr i="1"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Char char="●"/>
            </a:pPr>
            <a:r>
              <a:rPr b="1"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Positivo S+ </a:t>
            </a:r>
            <a:r>
              <a:rPr i="1" lang="pt-BR" sz="13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(agosto 2024 – atualmente)</a:t>
            </a:r>
            <a:endParaRPr sz="13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Link para Currículo: </a:t>
            </a:r>
            <a:r>
              <a:rPr lang="pt-BR" sz="1500" u="sng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Currículo</a:t>
            </a:r>
            <a:endParaRPr sz="1500">
              <a:solidFill>
                <a:srgbClr val="00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1" name="Google Shape;111;p20" title="WhatsApp Image 2026-03-22 at 12.36.4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150" y="1745925"/>
            <a:ext cx="5035199" cy="275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150" y="424675"/>
            <a:ext cx="4987999" cy="13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 title="WhatsApp Image 2026-03-22 at 12.36.4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/>
        </p:nvSpPr>
        <p:spPr>
          <a:xfrm>
            <a:off x="709350" y="1233125"/>
            <a:ext cx="7725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500">
                <a:solidFill>
                  <a:srgbClr val="38761D"/>
                </a:solidFill>
              </a:rPr>
              <a:t>Obrigado!</a:t>
            </a:r>
            <a:endParaRPr b="1" i="1" sz="3500">
              <a:solidFill>
                <a:srgbClr val="38761D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500">
              <a:solidFill>
                <a:srgbClr val="38761D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38761D"/>
                </a:solidFill>
              </a:rPr>
              <a:t>Acesse meu Linkedin: </a:t>
            </a:r>
            <a:r>
              <a:rPr lang="pt-BR" sz="15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linkedin.com/in/alexandremva/</a:t>
            </a:r>
            <a:endParaRPr sz="1500"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38761D"/>
                </a:solidFill>
              </a:rPr>
              <a:t>Acompanhe meu blog: </a:t>
            </a:r>
            <a:r>
              <a:rPr lang="pt-BR" sz="15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alemendesva.wixsite.com/re1ampag0amare10</a:t>
            </a:r>
            <a:endParaRPr sz="1500">
              <a:solidFill>
                <a:srgbClr val="0000FF"/>
              </a:solidFill>
            </a:endParaRPr>
          </a:p>
        </p:txBody>
      </p:sp>
      <p:pic>
        <p:nvPicPr>
          <p:cNvPr id="124" name="Google Shape;124;p22" title="WhatsApp Image 2026-03-22 at 12.36.4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3000" y="3546451"/>
            <a:ext cx="939300" cy="140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